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Lobster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font" Target="fonts/Lobs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707c89688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707c89688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707c8968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707c8968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2707c8968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2707c8968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707c896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707c896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707c8968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707c8968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707c8968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707c8968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83278c7bc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d83278c7bc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707c8968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2707c8968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d83278c7bc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d83278c7bc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5.png"/><Relationship Id="rId11" Type="http://schemas.openxmlformats.org/officeDocument/2006/relationships/image" Target="../media/image13.png"/><Relationship Id="rId22" Type="http://schemas.openxmlformats.org/officeDocument/2006/relationships/image" Target="../media/image23.png"/><Relationship Id="rId10" Type="http://schemas.openxmlformats.org/officeDocument/2006/relationships/image" Target="../media/image17.png"/><Relationship Id="rId21" Type="http://schemas.openxmlformats.org/officeDocument/2006/relationships/image" Target="../media/image1.png"/><Relationship Id="rId13" Type="http://schemas.openxmlformats.org/officeDocument/2006/relationships/image" Target="../media/image4.png"/><Relationship Id="rId12" Type="http://schemas.openxmlformats.org/officeDocument/2006/relationships/image" Target="../media/image16.png"/><Relationship Id="rId23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Relationship Id="rId15" Type="http://schemas.openxmlformats.org/officeDocument/2006/relationships/image" Target="../media/image24.png"/><Relationship Id="rId14" Type="http://schemas.openxmlformats.org/officeDocument/2006/relationships/image" Target="../media/image20.png"/><Relationship Id="rId17" Type="http://schemas.openxmlformats.org/officeDocument/2006/relationships/image" Target="../media/image6.png"/><Relationship Id="rId16" Type="http://schemas.openxmlformats.org/officeDocument/2006/relationships/image" Target="../media/image7.png"/><Relationship Id="rId5" Type="http://schemas.openxmlformats.org/officeDocument/2006/relationships/image" Target="../media/image12.png"/><Relationship Id="rId19" Type="http://schemas.openxmlformats.org/officeDocument/2006/relationships/image" Target="../media/image9.png"/><Relationship Id="rId6" Type="http://schemas.openxmlformats.org/officeDocument/2006/relationships/image" Target="../media/image18.png"/><Relationship Id="rId18" Type="http://schemas.openxmlformats.org/officeDocument/2006/relationships/image" Target="../media/image3.png"/><Relationship Id="rId7" Type="http://schemas.openxmlformats.org/officeDocument/2006/relationships/image" Target="../media/image15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Relationship Id="rId9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Relationship Id="rId8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Relationship Id="rId5" Type="http://schemas.openxmlformats.org/officeDocument/2006/relationships/image" Target="../media/image26.png"/><Relationship Id="rId6" Type="http://schemas.openxmlformats.org/officeDocument/2006/relationships/image" Target="../media/image35.png"/><Relationship Id="rId7" Type="http://schemas.openxmlformats.org/officeDocument/2006/relationships/image" Target="../media/image41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Relationship Id="rId9" Type="http://schemas.openxmlformats.org/officeDocument/2006/relationships/image" Target="../media/image34.png"/><Relationship Id="rId5" Type="http://schemas.openxmlformats.org/officeDocument/2006/relationships/image" Target="../media/image32.png"/><Relationship Id="rId6" Type="http://schemas.openxmlformats.org/officeDocument/2006/relationships/image" Target="../media/image37.png"/><Relationship Id="rId7" Type="http://schemas.openxmlformats.org/officeDocument/2006/relationships/image" Target="../media/image30.png"/><Relationship Id="rId8" Type="http://schemas.openxmlformats.org/officeDocument/2006/relationships/image" Target="../media/image3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0.png"/><Relationship Id="rId4" Type="http://schemas.openxmlformats.org/officeDocument/2006/relationships/image" Target="../media/image33.png"/><Relationship Id="rId5" Type="http://schemas.openxmlformats.org/officeDocument/2006/relationships/image" Target="../media/image47.png"/><Relationship Id="rId6" Type="http://schemas.openxmlformats.org/officeDocument/2006/relationships/image" Target="../media/image38.png"/><Relationship Id="rId7" Type="http://schemas.openxmlformats.org/officeDocument/2006/relationships/image" Target="../media/image42.png"/><Relationship Id="rId8" Type="http://schemas.openxmlformats.org/officeDocument/2006/relationships/image" Target="../media/image6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0.png"/><Relationship Id="rId4" Type="http://schemas.openxmlformats.org/officeDocument/2006/relationships/image" Target="../media/image33.png"/><Relationship Id="rId9" Type="http://schemas.openxmlformats.org/officeDocument/2006/relationships/image" Target="../media/image54.png"/><Relationship Id="rId5" Type="http://schemas.openxmlformats.org/officeDocument/2006/relationships/image" Target="../media/image47.png"/><Relationship Id="rId6" Type="http://schemas.openxmlformats.org/officeDocument/2006/relationships/image" Target="../media/image38.png"/><Relationship Id="rId7" Type="http://schemas.openxmlformats.org/officeDocument/2006/relationships/image" Target="../media/image42.png"/><Relationship Id="rId8" Type="http://schemas.openxmlformats.org/officeDocument/2006/relationships/image" Target="../media/image62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50.png"/><Relationship Id="rId10" Type="http://schemas.openxmlformats.org/officeDocument/2006/relationships/image" Target="../media/image44.png"/><Relationship Id="rId13" Type="http://schemas.openxmlformats.org/officeDocument/2006/relationships/image" Target="../media/image52.png"/><Relationship Id="rId1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9" Type="http://schemas.openxmlformats.org/officeDocument/2006/relationships/image" Target="../media/image55.png"/><Relationship Id="rId5" Type="http://schemas.openxmlformats.org/officeDocument/2006/relationships/image" Target="../media/image49.png"/><Relationship Id="rId6" Type="http://schemas.openxmlformats.org/officeDocument/2006/relationships/image" Target="../media/image46.png"/><Relationship Id="rId7" Type="http://schemas.openxmlformats.org/officeDocument/2006/relationships/image" Target="../media/image45.png"/><Relationship Id="rId8" Type="http://schemas.openxmlformats.org/officeDocument/2006/relationships/image" Target="../media/image56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0.png"/><Relationship Id="rId10" Type="http://schemas.openxmlformats.org/officeDocument/2006/relationships/image" Target="../media/image44.png"/><Relationship Id="rId13" Type="http://schemas.openxmlformats.org/officeDocument/2006/relationships/image" Target="../media/image52.png"/><Relationship Id="rId12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9" Type="http://schemas.openxmlformats.org/officeDocument/2006/relationships/image" Target="../media/image55.png"/><Relationship Id="rId5" Type="http://schemas.openxmlformats.org/officeDocument/2006/relationships/image" Target="../media/image49.png"/><Relationship Id="rId6" Type="http://schemas.openxmlformats.org/officeDocument/2006/relationships/image" Target="../media/image46.png"/><Relationship Id="rId7" Type="http://schemas.openxmlformats.org/officeDocument/2006/relationships/image" Target="../media/image45.png"/><Relationship Id="rId8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58.png"/><Relationship Id="rId10" Type="http://schemas.openxmlformats.org/officeDocument/2006/relationships/image" Target="../media/image59.png"/><Relationship Id="rId13" Type="http://schemas.openxmlformats.org/officeDocument/2006/relationships/image" Target="../media/image55.png"/><Relationship Id="rId1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9" Type="http://schemas.openxmlformats.org/officeDocument/2006/relationships/image" Target="../media/image46.png"/><Relationship Id="rId14" Type="http://schemas.openxmlformats.org/officeDocument/2006/relationships/image" Target="../media/image44.png"/><Relationship Id="rId5" Type="http://schemas.openxmlformats.org/officeDocument/2006/relationships/image" Target="../media/image52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176775" cy="22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642274"/>
            <a:ext cx="2176775" cy="22783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46625" y="205825"/>
            <a:ext cx="2060200" cy="214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81575" y="2642274"/>
            <a:ext cx="2060200" cy="2114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10750" y="2489875"/>
            <a:ext cx="2176775" cy="2320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445225" y="107850"/>
            <a:ext cx="2028625" cy="20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9825" y="107850"/>
            <a:ext cx="1902623" cy="20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46625" y="2533050"/>
            <a:ext cx="2092725" cy="217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2400" y="0"/>
            <a:ext cx="2176775" cy="2337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913677" y="1280900"/>
            <a:ext cx="1920073" cy="19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044200" y="3186625"/>
            <a:ext cx="14478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652775" y="3264975"/>
            <a:ext cx="14097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7313888" y="3719813"/>
            <a:ext cx="1438275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083650" y="3986200"/>
            <a:ext cx="1447800" cy="153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219175" y="3843763"/>
            <a:ext cx="1419225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5723825" y="3743638"/>
            <a:ext cx="142875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6622125" y="205813"/>
            <a:ext cx="14478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919300" y="2289988"/>
            <a:ext cx="1457325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665425" y="2285213"/>
            <a:ext cx="1428750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5097663" y="2533050"/>
            <a:ext cx="139065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4214413" y="3014675"/>
            <a:ext cx="1428750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" y="0"/>
            <a:ext cx="4517025" cy="716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 rotWithShape="1">
          <a:blip r:embed="rId4">
            <a:alphaModFix/>
          </a:blip>
          <a:srcRect b="-172882" l="434443" r="-467634" t="139691"/>
          <a:stretch/>
        </p:blipFill>
        <p:spPr>
          <a:xfrm>
            <a:off x="4669429" y="1114126"/>
            <a:ext cx="137160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6325" y="92600"/>
            <a:ext cx="1371600" cy="50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541425"/>
            <a:ext cx="4517025" cy="44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541425"/>
            <a:ext cx="4606325" cy="449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950" y="0"/>
            <a:ext cx="1371600" cy="505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50" y="330500"/>
            <a:ext cx="9053100" cy="65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7225" y="2810800"/>
            <a:ext cx="8839199" cy="1378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36075" y="4053121"/>
            <a:ext cx="9143999" cy="1211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125" y="152400"/>
            <a:ext cx="8839204" cy="1340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2175" y="1587928"/>
            <a:ext cx="2412225" cy="140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5700" y="1638104"/>
            <a:ext cx="2127275" cy="13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2975" y="1646916"/>
            <a:ext cx="2707454" cy="1849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5400" y="4439713"/>
            <a:ext cx="8839202" cy="821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8" cy="1139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475" y="1323017"/>
            <a:ext cx="342900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2875" y="1444117"/>
            <a:ext cx="310515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575" y="2492525"/>
            <a:ext cx="2828050" cy="19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07450" y="2418747"/>
            <a:ext cx="2555050" cy="168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1475" y="3996253"/>
            <a:ext cx="9144000" cy="1211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88350" y="1291720"/>
            <a:ext cx="1988400" cy="128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060881" y="2339095"/>
            <a:ext cx="2043339" cy="12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598100" cy="271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25" y="3765400"/>
            <a:ext cx="8839199" cy="1378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882964"/>
            <a:ext cx="9144000" cy="1192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37493" y="316474"/>
            <a:ext cx="5706855" cy="13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7950" y="2497696"/>
            <a:ext cx="9143999" cy="1267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525" y="1408589"/>
            <a:ext cx="9144000" cy="1248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750" y="-529275"/>
            <a:ext cx="9460650" cy="989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25" y="3765400"/>
            <a:ext cx="8839199" cy="1378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882964"/>
            <a:ext cx="9144000" cy="1192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37493" y="316474"/>
            <a:ext cx="5706855" cy="13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7950" y="2497696"/>
            <a:ext cx="9143999" cy="1267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525" y="1408589"/>
            <a:ext cx="9144000" cy="1248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525" y="61400"/>
            <a:ext cx="1409700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750" y="-529275"/>
            <a:ext cx="9460650" cy="989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41425"/>
            <a:ext cx="9282525" cy="449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541425"/>
            <a:ext cx="9429501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69250" y="-39175"/>
            <a:ext cx="9460651" cy="17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 txBox="1"/>
          <p:nvPr/>
        </p:nvSpPr>
        <p:spPr>
          <a:xfrm>
            <a:off x="152400" y="682575"/>
            <a:ext cx="1531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EB77F"/>
                </a:solidFill>
                <a:latin typeface="Lobster"/>
                <a:ea typeface="Lobster"/>
                <a:cs typeface="Lobster"/>
                <a:sym typeface="Lobster"/>
              </a:rPr>
              <a:t>Recipe</a:t>
            </a:r>
            <a:r>
              <a:rPr lang="en" sz="2400">
                <a:solidFill>
                  <a:srgbClr val="7EB77F"/>
                </a:solidFill>
                <a:latin typeface="Lobster"/>
                <a:ea typeface="Lobster"/>
                <a:cs typeface="Lobster"/>
                <a:sym typeface="Lobster"/>
              </a:rPr>
              <a:t> </a:t>
            </a:r>
            <a:endParaRPr sz="2400">
              <a:solidFill>
                <a:srgbClr val="7EB77F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139" name="Google Shape;13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250" y="3884125"/>
            <a:ext cx="8839198" cy="80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11600" y="137550"/>
            <a:ext cx="94295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3718725" y="744525"/>
            <a:ext cx="5563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5DBCB"/>
                </a:solidFill>
              </a:rPr>
              <a:t>Home 	About 	Recipes		Categories	Planner</a:t>
            </a:r>
            <a:r>
              <a:rPr lang="en" sz="1800">
                <a:solidFill>
                  <a:srgbClr val="F5DBCB"/>
                </a:solidFill>
              </a:rPr>
              <a:t> 	</a:t>
            </a:r>
            <a:endParaRPr sz="1800">
              <a:solidFill>
                <a:srgbClr val="F5DBCB"/>
              </a:solidFill>
            </a:endParaRPr>
          </a:p>
        </p:txBody>
      </p:sp>
      <p:pic>
        <p:nvPicPr>
          <p:cNvPr id="142" name="Google Shape;142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25" y="4431100"/>
            <a:ext cx="1619875" cy="6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38400" y="4385700"/>
            <a:ext cx="1823725" cy="6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76225" y="4310000"/>
            <a:ext cx="1823725" cy="65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3462125" y="137550"/>
            <a:ext cx="23979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5DBCB"/>
                </a:solidFill>
              </a:rPr>
              <a:t>The Recipe Planner that works for you! </a:t>
            </a:r>
            <a:r>
              <a:rPr lang="en" sz="1300">
                <a:solidFill>
                  <a:srgbClr val="F5DBCB"/>
                </a:solidFill>
              </a:rPr>
              <a:t> </a:t>
            </a:r>
            <a:r>
              <a:rPr lang="en" sz="1800">
                <a:solidFill>
                  <a:srgbClr val="F5DBCB"/>
                </a:solidFill>
              </a:rPr>
              <a:t>	</a:t>
            </a:r>
            <a:endParaRPr sz="1800">
              <a:solidFill>
                <a:srgbClr val="F5DBCB"/>
              </a:solidFill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4466725" y="1240575"/>
            <a:ext cx="45165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EB77F"/>
                </a:solidFill>
              </a:rPr>
              <a:t>Color to use when Links are highlighted/ selected </a:t>
            </a:r>
            <a:r>
              <a:rPr lang="en" sz="1800">
                <a:solidFill>
                  <a:srgbClr val="7EB77F"/>
                </a:solidFill>
              </a:rPr>
              <a:t> </a:t>
            </a:r>
            <a:r>
              <a:rPr lang="en" sz="1800">
                <a:solidFill>
                  <a:srgbClr val="F5DBCB"/>
                </a:solidFill>
              </a:rPr>
              <a:t>	</a:t>
            </a:r>
            <a:endParaRPr sz="1800">
              <a:solidFill>
                <a:srgbClr val="F5DBCB"/>
              </a:solidFill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1975775" y="1840113"/>
            <a:ext cx="1709700" cy="18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4284325" y="1812250"/>
            <a:ext cx="1709700" cy="18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6609575" y="1841488"/>
            <a:ext cx="1709700" cy="18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54425" y="1841963"/>
            <a:ext cx="1709700" cy="157318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>
            <a:off x="1989975" y="3415138"/>
            <a:ext cx="163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Clamps in Chorizo Broth</a:t>
            </a:r>
            <a:endParaRPr b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27 Min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4319888" y="3403888"/>
            <a:ext cx="163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Chimichurri</a:t>
            </a:r>
            <a:endParaRPr b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2 Hours 30  Min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53" name="Google Shape;153;p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84338" y="1830713"/>
            <a:ext cx="1709700" cy="15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6592875" y="3433125"/>
            <a:ext cx="163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Banana Pudding Cheesecake</a:t>
            </a:r>
            <a:endParaRPr b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7 Hours 15 Min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55" name="Google Shape;155;p1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609575" y="1859950"/>
            <a:ext cx="1709700" cy="158231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/>
          <p:nvPr/>
        </p:nvSpPr>
        <p:spPr>
          <a:xfrm>
            <a:off x="111250" y="1967438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111250" y="2272238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111250" y="2577038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111250" y="2843438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111250" y="3109838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111250" y="3346563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111250" y="3561963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111250" y="1473488"/>
            <a:ext cx="10644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5DBCB"/>
                </a:solidFill>
              </a:rPr>
              <a:t>Filter</a:t>
            </a:r>
            <a:endParaRPr sz="1300">
              <a:solidFill>
                <a:srgbClr val="F5DBCB"/>
              </a:solidFill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7854475" y="137538"/>
            <a:ext cx="1356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Search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750" y="-529275"/>
            <a:ext cx="9460650" cy="989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41425"/>
            <a:ext cx="9282525" cy="449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541425"/>
            <a:ext cx="9429501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69250" y="-39175"/>
            <a:ext cx="9460651" cy="17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152400" y="682575"/>
            <a:ext cx="1531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EB77F"/>
                </a:solidFill>
                <a:latin typeface="Lobster"/>
                <a:ea typeface="Lobster"/>
                <a:cs typeface="Lobster"/>
                <a:sym typeface="Lobster"/>
              </a:rPr>
              <a:t>Recipe</a:t>
            </a:r>
            <a:r>
              <a:rPr lang="en" sz="2400">
                <a:solidFill>
                  <a:srgbClr val="7EB77F"/>
                </a:solidFill>
                <a:latin typeface="Lobster"/>
                <a:ea typeface="Lobster"/>
                <a:cs typeface="Lobster"/>
                <a:sym typeface="Lobster"/>
              </a:rPr>
              <a:t> </a:t>
            </a:r>
            <a:endParaRPr sz="2400">
              <a:solidFill>
                <a:srgbClr val="7EB77F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250" y="3884125"/>
            <a:ext cx="8839198" cy="80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11600" y="137550"/>
            <a:ext cx="94295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3718725" y="644213"/>
            <a:ext cx="5563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5DBCB"/>
                </a:solidFill>
              </a:rPr>
              <a:t>Home 	About 	Recipes		Categories	Planner</a:t>
            </a:r>
            <a:r>
              <a:rPr lang="en" sz="1800">
                <a:solidFill>
                  <a:srgbClr val="F5DBCB"/>
                </a:solidFill>
              </a:rPr>
              <a:t> 	</a:t>
            </a:r>
            <a:endParaRPr sz="1800">
              <a:solidFill>
                <a:srgbClr val="F5DBCB"/>
              </a:solidFill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025" y="4431100"/>
            <a:ext cx="1619875" cy="6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38400" y="4385700"/>
            <a:ext cx="1823725" cy="6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76225" y="4310000"/>
            <a:ext cx="1823725" cy="65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4483800" y="756000"/>
            <a:ext cx="45165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7EB77F"/>
                </a:solidFill>
              </a:rPr>
              <a:t>Color to use when Links are highlighted/ selected </a:t>
            </a:r>
            <a:r>
              <a:rPr lang="en" sz="1800">
                <a:solidFill>
                  <a:srgbClr val="7EB77F"/>
                </a:solidFill>
              </a:rPr>
              <a:t> </a:t>
            </a:r>
            <a:r>
              <a:rPr lang="en" sz="1800">
                <a:solidFill>
                  <a:srgbClr val="F5DBCB"/>
                </a:solidFill>
              </a:rPr>
              <a:t>	</a:t>
            </a:r>
            <a:endParaRPr sz="1800">
              <a:solidFill>
                <a:srgbClr val="F5DBCB"/>
              </a:solidFill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975775" y="1840113"/>
            <a:ext cx="1709700" cy="18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4284325" y="1812250"/>
            <a:ext cx="1709700" cy="18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6609575" y="1841488"/>
            <a:ext cx="1709700" cy="18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54425" y="1841963"/>
            <a:ext cx="1709700" cy="157318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1989975" y="3415138"/>
            <a:ext cx="163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Clamps in Chorizo Broth</a:t>
            </a:r>
            <a:endParaRPr b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27 Min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319888" y="3403888"/>
            <a:ext cx="163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Chimichurri</a:t>
            </a:r>
            <a:endParaRPr b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2 Hours 30  Min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84338" y="1830713"/>
            <a:ext cx="1709700" cy="15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6592875" y="3433125"/>
            <a:ext cx="163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Banana Pudding Cheesecake</a:t>
            </a:r>
            <a:endParaRPr b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7 Hours 15 Min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609575" y="1859950"/>
            <a:ext cx="1709700" cy="158231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111250" y="1967438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111250" y="2272238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111250" y="2577038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111250" y="2843438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111250" y="3109838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111250" y="3346563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111250" y="3561963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111250" y="1473488"/>
            <a:ext cx="10644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5DBCB"/>
                </a:solidFill>
              </a:rPr>
              <a:t>Filter</a:t>
            </a:r>
            <a:endParaRPr sz="1300">
              <a:solidFill>
                <a:srgbClr val="F5DBCB"/>
              </a:solidFill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7854475" y="137538"/>
            <a:ext cx="13569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Search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/>
        </p:nvSpPr>
        <p:spPr>
          <a:xfrm>
            <a:off x="3697300" y="543500"/>
            <a:ext cx="5563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Home 	About 	Recipes		Categories	Planner</a:t>
            </a:r>
            <a:r>
              <a:rPr lang="en" sz="1800">
                <a:solidFill>
                  <a:schemeClr val="dk2"/>
                </a:solidFill>
              </a:rPr>
              <a:t> 	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1937725" y="1560125"/>
            <a:ext cx="1709700" cy="18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625" y="1560125"/>
            <a:ext cx="1709700" cy="157318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1973275" y="3133300"/>
            <a:ext cx="163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Clamps in Chorizo Broth</a:t>
            </a:r>
            <a:endParaRPr b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27 Min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6492725" y="1560125"/>
            <a:ext cx="1709700" cy="18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492725" y="3133300"/>
            <a:ext cx="163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Banana Pudding Cheesecake</a:t>
            </a:r>
            <a:endParaRPr b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7 Hours 15</a:t>
            </a:r>
            <a:r>
              <a:rPr lang="en" sz="800">
                <a:solidFill>
                  <a:schemeClr val="dk2"/>
                </a:solidFill>
              </a:rPr>
              <a:t> Min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4116100" y="1560125"/>
            <a:ext cx="1709700" cy="18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4151650" y="3133300"/>
            <a:ext cx="163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Chimichurri</a:t>
            </a:r>
            <a:endParaRPr b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2 Hours 30 </a:t>
            </a:r>
            <a:r>
              <a:rPr lang="en" sz="800">
                <a:solidFill>
                  <a:schemeClr val="dk2"/>
                </a:solidFill>
              </a:rPr>
              <a:t> Min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163850" y="1538775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163850" y="1843575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163850" y="2148375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163850" y="2414775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163850" y="2681175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163850" y="2917900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163850" y="3133300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6100" y="1560125"/>
            <a:ext cx="1709700" cy="157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9425" y="1560125"/>
            <a:ext cx="1709700" cy="158231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551400" y="457050"/>
            <a:ext cx="1531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7EB77F"/>
                </a:solidFill>
                <a:latin typeface="Lobster"/>
                <a:ea typeface="Lobster"/>
                <a:cs typeface="Lobster"/>
                <a:sym typeface="Lobster"/>
              </a:rPr>
              <a:t>Recipe</a:t>
            </a:r>
            <a:r>
              <a:rPr lang="en" sz="2700">
                <a:solidFill>
                  <a:srgbClr val="7EB77F"/>
                </a:solidFill>
                <a:latin typeface="Lobster"/>
                <a:ea typeface="Lobster"/>
                <a:cs typeface="Lobster"/>
                <a:sym typeface="Lobster"/>
              </a:rPr>
              <a:t> </a:t>
            </a:r>
            <a:endParaRPr sz="2700">
              <a:solidFill>
                <a:srgbClr val="7EB77F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163850" y="1044825"/>
            <a:ext cx="10644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Filter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222" name="Google Shape;22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92450"/>
            <a:ext cx="9144000" cy="31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6454300" y="139350"/>
            <a:ext cx="26430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5DBCB"/>
                </a:solidFill>
              </a:rPr>
              <a:t>Search: What are you hungry for?</a:t>
            </a:r>
            <a:r>
              <a:rPr lang="en" sz="1000">
                <a:solidFill>
                  <a:srgbClr val="F5DBCB"/>
                </a:solidFill>
              </a:rPr>
              <a:t> </a:t>
            </a:r>
            <a:r>
              <a:rPr lang="en" sz="1300">
                <a:solidFill>
                  <a:srgbClr val="F5DBCB"/>
                </a:solidFill>
              </a:rPr>
              <a:t> </a:t>
            </a:r>
            <a:r>
              <a:rPr lang="en" sz="1800">
                <a:solidFill>
                  <a:srgbClr val="F5DBCB"/>
                </a:solidFill>
              </a:rPr>
              <a:t>	</a:t>
            </a:r>
            <a:endParaRPr sz="1800">
              <a:solidFill>
                <a:srgbClr val="F5DBC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/>
          <p:nvPr/>
        </p:nvSpPr>
        <p:spPr>
          <a:xfrm>
            <a:off x="114025" y="441650"/>
            <a:ext cx="1531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89A789"/>
                </a:solidFill>
                <a:latin typeface="Lobster"/>
                <a:ea typeface="Lobster"/>
                <a:cs typeface="Lobster"/>
                <a:sym typeface="Lobster"/>
              </a:rPr>
              <a:t>Recipe</a:t>
            </a:r>
            <a:r>
              <a:rPr lang="en" sz="2700">
                <a:solidFill>
                  <a:srgbClr val="89A789"/>
                </a:solidFill>
                <a:latin typeface="Lobster"/>
                <a:ea typeface="Lobster"/>
                <a:cs typeface="Lobster"/>
                <a:sym typeface="Lobster"/>
              </a:rPr>
              <a:t> </a:t>
            </a:r>
            <a:endParaRPr sz="2700">
              <a:solidFill>
                <a:srgbClr val="89A789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3697300" y="619700"/>
            <a:ext cx="5563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Home 	About 	Recipes		Categories	Planner</a:t>
            </a:r>
            <a:r>
              <a:rPr lang="en" sz="1800">
                <a:solidFill>
                  <a:schemeClr val="dk2"/>
                </a:solidFill>
              </a:rPr>
              <a:t> 	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1937725" y="1560125"/>
            <a:ext cx="1709700" cy="18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7725" y="1560125"/>
            <a:ext cx="1709700" cy="1573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1973275" y="3133300"/>
            <a:ext cx="163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Clamps in Chorizo Broth</a:t>
            </a:r>
            <a:endParaRPr b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27 Min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6492725" y="1560125"/>
            <a:ext cx="1709700" cy="18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492725" y="3133300"/>
            <a:ext cx="163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Banana Pudding Cheesecake</a:t>
            </a:r>
            <a:endParaRPr b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7 Hours 15 Min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4116100" y="1560125"/>
            <a:ext cx="1709700" cy="1895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151650" y="3133300"/>
            <a:ext cx="1638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Chimichurri</a:t>
            </a:r>
            <a:endParaRPr b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2 Hours 30  Min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163850" y="1538775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163850" y="1843575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163850" y="2148375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163850" y="2414775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163850" y="2681175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163850" y="2917900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163850" y="3133300"/>
            <a:ext cx="171000" cy="114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6100" y="1560125"/>
            <a:ext cx="1709700" cy="157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09425" y="1560125"/>
            <a:ext cx="1709700" cy="1582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117275"/>
            <a:ext cx="9144000" cy="26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185225"/>
            <a:ext cx="9144000" cy="26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246050"/>
            <a:ext cx="9144000" cy="26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1242425" y="441650"/>
            <a:ext cx="1531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8ADCB4"/>
                </a:solidFill>
                <a:latin typeface="Lobster"/>
                <a:ea typeface="Lobster"/>
                <a:cs typeface="Lobster"/>
                <a:sym typeface="Lobster"/>
              </a:rPr>
              <a:t>Recipe</a:t>
            </a:r>
            <a:r>
              <a:rPr lang="en" sz="2700">
                <a:solidFill>
                  <a:srgbClr val="89A789"/>
                </a:solidFill>
                <a:latin typeface="Lobster"/>
                <a:ea typeface="Lobster"/>
                <a:cs typeface="Lobster"/>
                <a:sym typeface="Lobster"/>
              </a:rPr>
              <a:t> </a:t>
            </a:r>
            <a:endParaRPr sz="2700">
              <a:solidFill>
                <a:srgbClr val="89A789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163850" y="1044825"/>
            <a:ext cx="10644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Filter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251" name="Google Shape;251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8325" y="3885450"/>
            <a:ext cx="8839198" cy="120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4838" y="2148363"/>
            <a:ext cx="3438525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973275" y="3247312"/>
            <a:ext cx="9143998" cy="101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-251837" y="2624025"/>
            <a:ext cx="2486025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20600" y="2742713"/>
            <a:ext cx="2876550" cy="181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825113" y="2976563"/>
            <a:ext cx="3095625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